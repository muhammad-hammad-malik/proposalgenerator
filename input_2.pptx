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3182" y="1223758"/>
            <a:ext cx="6954023" cy="31044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1146568" y="1247775"/>
            <a:ext cx="6858000" cy="3007995"/>
          </a:xfrm>
          <a:custGeom>
            <a:rect b="b" l="l" r="r" t="t"/>
            <a:pathLst>
              <a:path extrusionOk="0" h="3007995" w="6858000">
                <a:moveTo>
                  <a:pt x="6858000" y="0"/>
                </a:moveTo>
                <a:lnTo>
                  <a:pt x="0" y="0"/>
                </a:lnTo>
                <a:lnTo>
                  <a:pt x="0" y="3007487"/>
                </a:lnTo>
                <a:lnTo>
                  <a:pt x="6858000" y="3007487"/>
                </a:lnTo>
                <a:lnTo>
                  <a:pt x="68580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146568" y="1247775"/>
            <a:ext cx="6858000" cy="3007995"/>
          </a:xfrm>
          <a:custGeom>
            <a:rect b="b" l="l" r="r" t="t"/>
            <a:pathLst>
              <a:path extrusionOk="0" h="3007995" w="6858000">
                <a:moveTo>
                  <a:pt x="0" y="3007487"/>
                </a:moveTo>
                <a:lnTo>
                  <a:pt x="6858000" y="3007487"/>
                </a:lnTo>
                <a:lnTo>
                  <a:pt x="6858000" y="0"/>
                </a:lnTo>
                <a:lnTo>
                  <a:pt x="0" y="0"/>
                </a:lnTo>
                <a:lnTo>
                  <a:pt x="0" y="3007487"/>
                </a:lnTo>
                <a:close/>
              </a:path>
            </a:pathLst>
          </a:cu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2054732" y="2038299"/>
            <a:ext cx="5034534" cy="894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146568" y="1247775"/>
            <a:ext cx="6858000" cy="300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96231" y="0"/>
            <a:ext cx="8468884" cy="20894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418655" y="0"/>
            <a:ext cx="8375650" cy="2019300"/>
          </a:xfrm>
          <a:custGeom>
            <a:rect b="b" l="l" r="r" t="t"/>
            <a:pathLst>
              <a:path extrusionOk="0" h="2019300" w="8375650">
                <a:moveTo>
                  <a:pt x="8375523" y="0"/>
                </a:moveTo>
                <a:lnTo>
                  <a:pt x="0" y="0"/>
                </a:lnTo>
                <a:lnTo>
                  <a:pt x="0" y="2018791"/>
                </a:lnTo>
                <a:lnTo>
                  <a:pt x="8375523" y="2018791"/>
                </a:lnTo>
                <a:lnTo>
                  <a:pt x="837552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146568" y="1247775"/>
            <a:ext cx="6858000" cy="300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ctrTitle"/>
          </p:nvPr>
        </p:nvSpPr>
        <p:spPr>
          <a:xfrm>
            <a:off x="1155025" y="2038300"/>
            <a:ext cx="68742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/>
              <a:t>{{proposal_title}}</a:t>
            </a:r>
            <a:endParaRPr sz="5700"/>
          </a:p>
        </p:txBody>
      </p:sp>
      <p:sp>
        <p:nvSpPr>
          <p:cNvPr id="49" name="Google Shape;49;p7"/>
          <p:cNvSpPr/>
          <p:nvPr/>
        </p:nvSpPr>
        <p:spPr>
          <a:xfrm>
            <a:off x="1865883" y="3912361"/>
            <a:ext cx="5419725" cy="685800"/>
          </a:xfrm>
          <a:custGeom>
            <a:rect b="b" l="l" r="r" t="t"/>
            <a:pathLst>
              <a:path extrusionOk="0" h="685800" w="5419725">
                <a:moveTo>
                  <a:pt x="5419344" y="0"/>
                </a:moveTo>
                <a:lnTo>
                  <a:pt x="0" y="0"/>
                </a:lnTo>
                <a:lnTo>
                  <a:pt x="0" y="685800"/>
                </a:lnTo>
                <a:lnTo>
                  <a:pt x="5419344" y="685800"/>
                </a:lnTo>
                <a:lnTo>
                  <a:pt x="5419344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2788157" y="4038345"/>
            <a:ext cx="356806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Prepared for {{client_name}}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8"/>
          <p:cNvGrpSpPr/>
          <p:nvPr/>
        </p:nvGrpSpPr>
        <p:grpSpPr>
          <a:xfrm>
            <a:off x="677842" y="1223655"/>
            <a:ext cx="7714793" cy="3444037"/>
            <a:chOff x="1123182" y="1223758"/>
            <a:chExt cx="6954023" cy="3104414"/>
          </a:xfrm>
        </p:grpSpPr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23182" y="1223758"/>
              <a:ext cx="6954023" cy="31044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8"/>
            <p:cNvSpPr/>
            <p:nvPr/>
          </p:nvSpPr>
          <p:spPr>
            <a:xfrm>
              <a:off x="1146568" y="1247775"/>
              <a:ext cx="6858000" cy="3007995"/>
            </a:xfrm>
            <a:custGeom>
              <a:rect b="b" l="l" r="r" t="t"/>
              <a:pathLst>
                <a:path extrusionOk="0" h="3007995" w="6858000">
                  <a:moveTo>
                    <a:pt x="6858000" y="0"/>
                  </a:moveTo>
                  <a:lnTo>
                    <a:pt x="0" y="0"/>
                  </a:lnTo>
                  <a:lnTo>
                    <a:pt x="0" y="3007487"/>
                  </a:lnTo>
                  <a:lnTo>
                    <a:pt x="6858000" y="3007487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53"/>
            </a:p>
          </p:txBody>
        </p:sp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706200" y="1191300"/>
            <a:ext cx="7573800" cy="2297700"/>
          </a:xfrm>
          <a:prstGeom prst="rect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67350">
            <a:spAutoFit/>
          </a:bodyPr>
          <a:lstStyle/>
          <a:p>
            <a:pPr indent="-1485265" lvl="0" marL="1923414" marR="436880" rtl="0" algn="l">
              <a:lnSpc>
                <a:spcPct val="108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/>
              <a:t>About Digital Dream</a:t>
            </a:r>
            <a:r>
              <a:rPr lang="en-US" sz="5700"/>
              <a:t> </a:t>
            </a:r>
            <a:r>
              <a:rPr lang="en-US" sz="5700"/>
              <a:t>Works LLC</a:t>
            </a:r>
            <a:endParaRPr sz="5700"/>
          </a:p>
        </p:txBody>
      </p:sp>
      <p:sp>
        <p:nvSpPr>
          <p:cNvPr id="59" name="Google Shape;59;p8"/>
          <p:cNvSpPr txBox="1"/>
          <p:nvPr/>
        </p:nvSpPr>
        <p:spPr>
          <a:xfrm>
            <a:off x="1413800" y="3521350"/>
            <a:ext cx="6195000" cy="23376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DreamWorks Agency is a full-stack software solutions provider specializing in AI-powered automation, custom web development, and scalable digital systems for  modern businesses.</a:t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559375" y="830325"/>
            <a:ext cx="61785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Understanding The Problem</a:t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470650" y="2500375"/>
            <a:ext cx="83592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{{business_problem}}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{{pain_points}}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885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Solution</a:t>
            </a:r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 txBox="1"/>
          <p:nvPr/>
        </p:nvSpPr>
        <p:spPr>
          <a:xfrm>
            <a:off x="470650" y="2500375"/>
            <a:ext cx="83916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{{solution_overview}}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{{solution_value}}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27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470649" y="2500375"/>
            <a:ext cx="8367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{{architecture_description}}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6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Modules</a:t>
            </a:r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470657" y="2500375"/>
            <a:ext cx="8367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{{module_list}}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6040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 Stack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70658" y="2500375"/>
            <a:ext cx="8391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{{tech_stack}}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647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Plan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70650" y="2460700"/>
            <a:ext cx="8407800" cy="23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Phase 1: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{{phase1}}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Phase 2: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{{phase2}}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Phase 3: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{{phase3}}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Phase 4: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{{phase4}}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434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Deliverables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0644" y="2500375"/>
            <a:ext cx="8359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{{deliverables}}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762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Timeline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70656" y="2500375"/>
            <a:ext cx="83997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{{timeline}}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524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Investment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470651" y="2441850"/>
            <a:ext cx="8334900" cy="2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Base Price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: {{base_price}}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Discount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: {{discount}}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Final Price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: {{final_price}}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1900"/>
              <a:buFont typeface="Arial"/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Stripe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: {{stripe_link}}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Calendly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: {{calendly_link}}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77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Terms &amp; Conditions</a:t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470658" y="2500375"/>
            <a:ext cx="8359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{{terms}}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2111120" y="830326"/>
            <a:ext cx="5079365" cy="559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5792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470644" y="2500375"/>
            <a:ext cx="8391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{{next_steps}}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2950350" y="834913"/>
            <a:ext cx="3057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374129" y="758951"/>
            <a:ext cx="96520" cy="704215"/>
          </a:xfrm>
          <a:custGeom>
            <a:rect b="b" l="l" r="r" t="t"/>
            <a:pathLst>
              <a:path extrusionOk="0" h="704215" w="96520">
                <a:moveTo>
                  <a:pt x="96011" y="0"/>
                </a:moveTo>
                <a:lnTo>
                  <a:pt x="0" y="0"/>
                </a:lnTo>
                <a:lnTo>
                  <a:pt x="0" y="704088"/>
                </a:lnTo>
                <a:lnTo>
                  <a:pt x="96011" y="704088"/>
                </a:lnTo>
                <a:lnTo>
                  <a:pt x="96011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470650" y="2500375"/>
            <a:ext cx="8391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We look forward to working with {{client_company}}.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